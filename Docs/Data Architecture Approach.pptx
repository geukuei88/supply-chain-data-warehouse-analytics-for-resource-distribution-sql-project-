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A7639-F215-4C6E-AD0B-62A86C0ED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4EBCD9-0488-41E9-973D-98197FB19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270B7-0737-494A-8E58-8BEC4AE9F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5C34-E84C-4634-8B9E-62B044EE192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B940D-C7E8-4687-A389-29135D07A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8E50D-FFEF-4144-94AB-4E4BDED72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F0D4-FA2D-4292-B5C4-AC74AD784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49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BDCB6-4A05-49EF-AF53-3FD38284E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F1DC8-4E75-4AD0-9C71-9D4226DB5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ECE9F-7FDB-47A0-8CD9-44CB23B47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5C34-E84C-4634-8B9E-62B044EE192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B5C5A-C6D4-4D8C-98E3-F2971605D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702FB-42E8-4EA6-BBC7-C51CDC81D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F0D4-FA2D-4292-B5C4-AC74AD784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013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E0FA5-12E5-4269-8EDF-C452A1E38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53024-08A3-495A-9B17-6439E9FCF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5D6BB-C60F-45EF-AAE2-A1682247E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5C34-E84C-4634-8B9E-62B044EE192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57D57-4470-4672-B139-FD2FEDD18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43487-4A10-4751-9291-9F6B1690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F0D4-FA2D-4292-B5C4-AC74AD784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790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ED4B3-0702-48C7-8C14-4E14325FB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BE1A1-0462-4375-B936-409F393A8F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0B6058-0E0D-4691-B1F2-C163369E5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58AF1B-506B-4625-8B92-AE688A705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5C34-E84C-4634-8B9E-62B044EE192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99B8C-A21A-43F1-AA62-B2B7F0AFF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0501B-D895-4802-9081-CBD82232B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F0D4-FA2D-4292-B5C4-AC74AD784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279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136B4-31AC-4DB7-A1A8-D797865C3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C2AFB-0898-44C7-B87D-BEC4A6B8F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2CF645-C10E-41AC-9624-84AF26CBC5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8998AD-F5F3-4B05-A7C3-1300C82547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9E0478-9768-421E-9A25-7B702C59F8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6BEAC2-9CBC-4E58-8B00-7A913418D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5C34-E84C-4634-8B9E-62B044EE192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A200F4-5CEF-4B8F-B52B-6C8973A7D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D2BE30-B6DB-4063-85AB-39A5F875D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F0D4-FA2D-4292-B5C4-AC74AD784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8FEFA-9FF3-4720-A5A5-865C99F7C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D962A2-780F-4858-B18D-24CA201C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5C34-E84C-4634-8B9E-62B044EE192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9D283E-AD63-43CA-9C87-C58AA034D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E71851-9D0E-4633-8859-BC4CE2D4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F0D4-FA2D-4292-B5C4-AC74AD784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63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316B1F-A915-43F7-8C0E-68FC3ED17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5C34-E84C-4634-8B9E-62B044EE192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037C1B-FAE5-4351-91D5-BDAE83B13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5F4F3-7312-4953-A1DD-416BEEA02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F0D4-FA2D-4292-B5C4-AC74AD784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34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32960-10D0-4B82-9C28-2A1B17BF2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0BEB5-42B6-4152-8397-95A986E1F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75D9FB-247F-4036-87BD-17A151851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F3428-22E1-4174-A63D-0566B54CF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5C34-E84C-4634-8B9E-62B044EE192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391E4E-16B0-4762-BECC-75CCBC91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20957-4BAF-439E-9CE8-46543E897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F0D4-FA2D-4292-B5C4-AC74AD784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46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C6DB5-FF73-4673-A07D-EBCF3BCD7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8DF37E-D867-4AF7-900C-0390C053C0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29784F-1608-4DBD-81A8-6044F9EFA3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F1F70-F1E0-4916-8A8C-36F46A373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5C34-E84C-4634-8B9E-62B044EE192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94C33B-99ED-48A2-9F3E-7BCA049B9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57AB7-CA4C-4CF6-AC94-FB348A649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F0D4-FA2D-4292-B5C4-AC74AD784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4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2700E-C08E-42BB-B1A5-008A5AD0E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CCC169-18FD-41EA-94B9-8ABBA5647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B7BC0-CA51-4270-A298-89C9BEE8E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5C34-E84C-4634-8B9E-62B044EE192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D8E72-7EA5-4A49-BD5C-EBBC420B5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BCDED-6D7B-4E4B-A971-6E19742B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F0D4-FA2D-4292-B5C4-AC74AD784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185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6B8EBA-B07C-4924-BFA8-3740DBF195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ACB0C-FFDC-4D95-A531-29C424842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3E956-A635-409D-A53C-9EFEE3746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5C34-E84C-4634-8B9E-62B044EE192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DD8D8-03B8-40DD-B2C8-2482CDB72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AF8E1-F63E-46F9-9751-67A9D316A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F0D4-FA2D-4292-B5C4-AC74AD784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169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8F0D7B-23C1-4415-802B-53A358208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BEAC0-1095-456E-9E8D-932B11DDA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CF13A-5D57-4CE4-AB31-799FE57567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F5C34-E84C-4634-8B9E-62B044EE192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E5A9F-030C-4D31-9829-F98FA9EC24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DD145-4009-4B08-8351-E002D38EE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78F0D4-FA2D-4292-B5C4-AC74AD784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794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A2218-5E9F-4140-8F5E-8E8C891CA1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1"/>
            <a:ext cx="8717280" cy="375919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Data Architecture Approach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36B8D-2352-4ADA-9C1B-20F706FA53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71754" y="670560"/>
            <a:ext cx="1920240" cy="50901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9A7FBD-BBAB-4044-957B-2C4CA331F986}"/>
              </a:ext>
            </a:extLst>
          </p:cNvPr>
          <p:cNvSpPr/>
          <p:nvPr/>
        </p:nvSpPr>
        <p:spPr>
          <a:xfrm>
            <a:off x="17782" y="508000"/>
            <a:ext cx="1920240" cy="562864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Architecture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D0AEB49-CB1D-4F2B-BB4C-D6BD42D64D59}"/>
              </a:ext>
            </a:extLst>
          </p:cNvPr>
          <p:cNvSpPr/>
          <p:nvPr/>
        </p:nvSpPr>
        <p:spPr>
          <a:xfrm>
            <a:off x="2366646" y="670560"/>
            <a:ext cx="1706880" cy="113792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Warehouse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793988-ABD0-4AED-BD75-5E8F2CC57787}"/>
              </a:ext>
            </a:extLst>
          </p:cNvPr>
          <p:cNvSpPr/>
          <p:nvPr/>
        </p:nvSpPr>
        <p:spPr>
          <a:xfrm>
            <a:off x="5061584" y="659129"/>
            <a:ext cx="1034416" cy="113792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Inmon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6BFCE24-F2CF-4341-8450-F820C6DFCEE4}"/>
              </a:ext>
            </a:extLst>
          </p:cNvPr>
          <p:cNvSpPr/>
          <p:nvPr/>
        </p:nvSpPr>
        <p:spPr>
          <a:xfrm>
            <a:off x="7315200" y="599440"/>
            <a:ext cx="1034416" cy="113792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Stage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F00565D-18B5-4F39-A738-1A1A4D862A6E}"/>
              </a:ext>
            </a:extLst>
          </p:cNvPr>
          <p:cNvSpPr/>
          <p:nvPr/>
        </p:nvSpPr>
        <p:spPr>
          <a:xfrm>
            <a:off x="10163808" y="519429"/>
            <a:ext cx="1327152" cy="113792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Marts</a:t>
            </a:r>
          </a:p>
        </p:txBody>
      </p:sp>
      <p:sp>
        <p:nvSpPr>
          <p:cNvPr id="9" name="Cylinder 8">
            <a:extLst>
              <a:ext uri="{FF2B5EF4-FFF2-40B4-BE49-F238E27FC236}">
                <a16:creationId xmlns:a16="http://schemas.microsoft.com/office/drawing/2014/main" id="{B4C1EDB1-B966-4EB8-8CC3-BEDB7C8A3F5B}"/>
              </a:ext>
            </a:extLst>
          </p:cNvPr>
          <p:cNvSpPr/>
          <p:nvPr/>
        </p:nvSpPr>
        <p:spPr>
          <a:xfrm>
            <a:off x="6490976" y="669204"/>
            <a:ext cx="182880" cy="193040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ylinder 9">
            <a:extLst>
              <a:ext uri="{FF2B5EF4-FFF2-40B4-BE49-F238E27FC236}">
                <a16:creationId xmlns:a16="http://schemas.microsoft.com/office/drawing/2014/main" id="{811A1293-5395-4EA3-9C29-A874068B144E}"/>
              </a:ext>
            </a:extLst>
          </p:cNvPr>
          <p:cNvSpPr/>
          <p:nvPr/>
        </p:nvSpPr>
        <p:spPr>
          <a:xfrm>
            <a:off x="6499514" y="3552265"/>
            <a:ext cx="169543" cy="193040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ylinder 10">
            <a:extLst>
              <a:ext uri="{FF2B5EF4-FFF2-40B4-BE49-F238E27FC236}">
                <a16:creationId xmlns:a16="http://schemas.microsoft.com/office/drawing/2014/main" id="{63EA0651-8A8F-4F34-9C18-9360B8507D01}"/>
              </a:ext>
            </a:extLst>
          </p:cNvPr>
          <p:cNvSpPr/>
          <p:nvPr/>
        </p:nvSpPr>
        <p:spPr>
          <a:xfrm>
            <a:off x="6472873" y="1346596"/>
            <a:ext cx="182880" cy="193040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C01F856-CB27-45B3-B35C-2B007760F0CC}"/>
              </a:ext>
            </a:extLst>
          </p:cNvPr>
          <p:cNvSpPr/>
          <p:nvPr/>
        </p:nvSpPr>
        <p:spPr>
          <a:xfrm>
            <a:off x="2366646" y="2054228"/>
            <a:ext cx="1706880" cy="113792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Lake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B8159CC-36B4-40EB-AD3A-7B45DC032D6E}"/>
              </a:ext>
            </a:extLst>
          </p:cNvPr>
          <p:cNvSpPr/>
          <p:nvPr/>
        </p:nvSpPr>
        <p:spPr>
          <a:xfrm>
            <a:off x="5029200" y="2112964"/>
            <a:ext cx="1066800" cy="113792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Kimball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18BDE2D-28BE-494E-A0FA-631C4CE7685A}"/>
              </a:ext>
            </a:extLst>
          </p:cNvPr>
          <p:cNvSpPr/>
          <p:nvPr/>
        </p:nvSpPr>
        <p:spPr>
          <a:xfrm>
            <a:off x="10163808" y="2019313"/>
            <a:ext cx="1327152" cy="113792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Marts</a:t>
            </a:r>
          </a:p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B99AF93-516D-484B-905C-2E9CB9023702}"/>
              </a:ext>
            </a:extLst>
          </p:cNvPr>
          <p:cNvSpPr/>
          <p:nvPr/>
        </p:nvSpPr>
        <p:spPr>
          <a:xfrm>
            <a:off x="2374902" y="3407416"/>
            <a:ext cx="1706880" cy="113792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Lakehouse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077E564-73A9-4F82-A472-D0A8C9F417EE}"/>
              </a:ext>
            </a:extLst>
          </p:cNvPr>
          <p:cNvSpPr/>
          <p:nvPr/>
        </p:nvSpPr>
        <p:spPr>
          <a:xfrm>
            <a:off x="2322833" y="4866641"/>
            <a:ext cx="1706880" cy="113792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Mesh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12B3879-1886-46E4-80D7-21DE22AD2866}"/>
              </a:ext>
            </a:extLst>
          </p:cNvPr>
          <p:cNvSpPr/>
          <p:nvPr/>
        </p:nvSpPr>
        <p:spPr>
          <a:xfrm>
            <a:off x="5029200" y="3508377"/>
            <a:ext cx="1066800" cy="113792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Vault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92E2427-7924-414B-B640-5928A661548C}"/>
              </a:ext>
            </a:extLst>
          </p:cNvPr>
          <p:cNvSpPr/>
          <p:nvPr/>
        </p:nvSpPr>
        <p:spPr>
          <a:xfrm>
            <a:off x="4958080" y="4866641"/>
            <a:ext cx="1232046" cy="113792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Medallion Architecture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FFD2333-E611-407D-B126-5032138D0482}"/>
              </a:ext>
            </a:extLst>
          </p:cNvPr>
          <p:cNvSpPr/>
          <p:nvPr/>
        </p:nvSpPr>
        <p:spPr>
          <a:xfrm>
            <a:off x="7308851" y="3364392"/>
            <a:ext cx="819149" cy="113792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Raw Vault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DFD9FD0-61AB-4050-BAAC-8E9CCD3BF324}"/>
              </a:ext>
            </a:extLst>
          </p:cNvPr>
          <p:cNvSpPr/>
          <p:nvPr/>
        </p:nvSpPr>
        <p:spPr>
          <a:xfrm>
            <a:off x="7315200" y="4754881"/>
            <a:ext cx="1034416" cy="1137920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Bronze</a:t>
            </a:r>
          </a:p>
        </p:txBody>
      </p:sp>
      <p:sp>
        <p:nvSpPr>
          <p:cNvPr id="21" name="Cylinder 20">
            <a:extLst>
              <a:ext uri="{FF2B5EF4-FFF2-40B4-BE49-F238E27FC236}">
                <a16:creationId xmlns:a16="http://schemas.microsoft.com/office/drawing/2014/main" id="{CBFC72F4-503E-4764-A0A5-B88C5999CCCB}"/>
              </a:ext>
            </a:extLst>
          </p:cNvPr>
          <p:cNvSpPr/>
          <p:nvPr/>
        </p:nvSpPr>
        <p:spPr>
          <a:xfrm>
            <a:off x="6466205" y="2345693"/>
            <a:ext cx="182880" cy="193040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ylinder 21">
            <a:extLst>
              <a:ext uri="{FF2B5EF4-FFF2-40B4-BE49-F238E27FC236}">
                <a16:creationId xmlns:a16="http://schemas.microsoft.com/office/drawing/2014/main" id="{FA6A89CA-063F-4837-BB25-375202E3C9D0}"/>
              </a:ext>
            </a:extLst>
          </p:cNvPr>
          <p:cNvSpPr/>
          <p:nvPr/>
        </p:nvSpPr>
        <p:spPr>
          <a:xfrm>
            <a:off x="6486177" y="3052141"/>
            <a:ext cx="182880" cy="193040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ylinder 22">
            <a:extLst>
              <a:ext uri="{FF2B5EF4-FFF2-40B4-BE49-F238E27FC236}">
                <a16:creationId xmlns:a16="http://schemas.microsoft.com/office/drawing/2014/main" id="{9791C7F3-0CD8-4D9D-AC22-08DBFBAABCFE}"/>
              </a:ext>
            </a:extLst>
          </p:cNvPr>
          <p:cNvSpPr/>
          <p:nvPr/>
        </p:nvSpPr>
        <p:spPr>
          <a:xfrm>
            <a:off x="6486468" y="4291331"/>
            <a:ext cx="182880" cy="193040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ylinder 23">
            <a:extLst>
              <a:ext uri="{FF2B5EF4-FFF2-40B4-BE49-F238E27FC236}">
                <a16:creationId xmlns:a16="http://schemas.microsoft.com/office/drawing/2014/main" id="{E14D596E-6BCD-4073-A0FE-00EC153E9DE3}"/>
              </a:ext>
            </a:extLst>
          </p:cNvPr>
          <p:cNvSpPr/>
          <p:nvPr/>
        </p:nvSpPr>
        <p:spPr>
          <a:xfrm>
            <a:off x="6460266" y="5679441"/>
            <a:ext cx="182880" cy="193040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ylinder 24">
            <a:extLst>
              <a:ext uri="{FF2B5EF4-FFF2-40B4-BE49-F238E27FC236}">
                <a16:creationId xmlns:a16="http://schemas.microsoft.com/office/drawing/2014/main" id="{0142217F-D406-4472-9833-B355E798CD87}"/>
              </a:ext>
            </a:extLst>
          </p:cNvPr>
          <p:cNvSpPr/>
          <p:nvPr/>
        </p:nvSpPr>
        <p:spPr>
          <a:xfrm>
            <a:off x="6466205" y="4953472"/>
            <a:ext cx="182880" cy="193040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AF85336-7C14-4078-967A-46F4B633D064}"/>
              </a:ext>
            </a:extLst>
          </p:cNvPr>
          <p:cNvSpPr/>
          <p:nvPr/>
        </p:nvSpPr>
        <p:spPr>
          <a:xfrm>
            <a:off x="8800464" y="3322320"/>
            <a:ext cx="819149" cy="113792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Raw Vault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B148B80-AAA7-42BF-B2EA-244CA0F1E68F}"/>
              </a:ext>
            </a:extLst>
          </p:cNvPr>
          <p:cNvSpPr/>
          <p:nvPr/>
        </p:nvSpPr>
        <p:spPr>
          <a:xfrm>
            <a:off x="10163808" y="3346451"/>
            <a:ext cx="1327152" cy="113792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Marts</a:t>
            </a:r>
          </a:p>
          <a:p>
            <a:pPr algn="ctr"/>
            <a:endParaRPr lang="en-US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5EE1E2B-B483-499B-9349-D00880AC9EED}"/>
              </a:ext>
            </a:extLst>
          </p:cNvPr>
          <p:cNvSpPr/>
          <p:nvPr/>
        </p:nvSpPr>
        <p:spPr>
          <a:xfrm>
            <a:off x="10225402" y="4673589"/>
            <a:ext cx="1265558" cy="113792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Gold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46AE089-618C-45D2-A372-433F3671EECA}"/>
              </a:ext>
            </a:extLst>
          </p:cNvPr>
          <p:cNvSpPr/>
          <p:nvPr/>
        </p:nvSpPr>
        <p:spPr>
          <a:xfrm>
            <a:off x="8688704" y="599440"/>
            <a:ext cx="1034416" cy="113792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EDW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ED2BAAB-0D9D-423C-9023-6B05AF36D3E0}"/>
              </a:ext>
            </a:extLst>
          </p:cNvPr>
          <p:cNvSpPr/>
          <p:nvPr/>
        </p:nvSpPr>
        <p:spPr>
          <a:xfrm>
            <a:off x="7315200" y="2010741"/>
            <a:ext cx="1034416" cy="113792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Stage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6FBBF61-022A-44E0-8D03-340A1FCFDA5B}"/>
              </a:ext>
            </a:extLst>
          </p:cNvPr>
          <p:cNvSpPr/>
          <p:nvPr/>
        </p:nvSpPr>
        <p:spPr>
          <a:xfrm>
            <a:off x="8780144" y="4734561"/>
            <a:ext cx="1034416" cy="113792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Silver</a:t>
            </a: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2C710E80-7A1E-4E6C-A8E6-3D1D5890372B}"/>
              </a:ext>
            </a:extLst>
          </p:cNvPr>
          <p:cNvSpPr/>
          <p:nvPr/>
        </p:nvSpPr>
        <p:spPr>
          <a:xfrm>
            <a:off x="1975478" y="1137467"/>
            <a:ext cx="384172" cy="84446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0073E26F-C1B1-4183-9DBE-FA954F9B3345}"/>
              </a:ext>
            </a:extLst>
          </p:cNvPr>
          <p:cNvSpPr/>
          <p:nvPr/>
        </p:nvSpPr>
        <p:spPr>
          <a:xfrm flipV="1">
            <a:off x="8155940" y="3935802"/>
            <a:ext cx="633728" cy="770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19CCCE08-F5C7-4587-9854-ECA2D43E8B61}"/>
              </a:ext>
            </a:extLst>
          </p:cNvPr>
          <p:cNvSpPr/>
          <p:nvPr/>
        </p:nvSpPr>
        <p:spPr>
          <a:xfrm>
            <a:off x="8423437" y="2547361"/>
            <a:ext cx="1666550" cy="978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2CB65FCD-0FC5-4416-90AE-F2439FC0F8B3}"/>
              </a:ext>
            </a:extLst>
          </p:cNvPr>
          <p:cNvSpPr/>
          <p:nvPr/>
        </p:nvSpPr>
        <p:spPr>
          <a:xfrm>
            <a:off x="8327074" y="1095244"/>
            <a:ext cx="384172" cy="844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75E28A38-55A1-491B-A1FB-BE525E762B8E}"/>
              </a:ext>
            </a:extLst>
          </p:cNvPr>
          <p:cNvSpPr/>
          <p:nvPr/>
        </p:nvSpPr>
        <p:spPr>
          <a:xfrm rot="19842414">
            <a:off x="6733601" y="1251203"/>
            <a:ext cx="520197" cy="864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8672CBC8-9F18-48E7-845F-3B7776037C49}"/>
              </a:ext>
            </a:extLst>
          </p:cNvPr>
          <p:cNvSpPr/>
          <p:nvPr/>
        </p:nvSpPr>
        <p:spPr>
          <a:xfrm rot="3005449">
            <a:off x="3882282" y="1574191"/>
            <a:ext cx="1381804" cy="945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BDC3418D-93DD-48EB-9020-2C381A5F4286}"/>
              </a:ext>
            </a:extLst>
          </p:cNvPr>
          <p:cNvSpPr/>
          <p:nvPr/>
        </p:nvSpPr>
        <p:spPr>
          <a:xfrm rot="1947763">
            <a:off x="6737753" y="897840"/>
            <a:ext cx="537147" cy="1006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2A2AC7AC-7208-421B-865A-9BA821DE9081}"/>
              </a:ext>
            </a:extLst>
          </p:cNvPr>
          <p:cNvSpPr/>
          <p:nvPr/>
        </p:nvSpPr>
        <p:spPr>
          <a:xfrm>
            <a:off x="1905002" y="5484956"/>
            <a:ext cx="384172" cy="844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3048EB1B-826F-467A-AC54-DA13826E9E90}"/>
              </a:ext>
            </a:extLst>
          </p:cNvPr>
          <p:cNvSpPr/>
          <p:nvPr/>
        </p:nvSpPr>
        <p:spPr>
          <a:xfrm>
            <a:off x="1964376" y="3902726"/>
            <a:ext cx="384172" cy="844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BCFAF135-26E4-4DB7-83F9-2DF310968092}"/>
              </a:ext>
            </a:extLst>
          </p:cNvPr>
          <p:cNvSpPr/>
          <p:nvPr/>
        </p:nvSpPr>
        <p:spPr>
          <a:xfrm>
            <a:off x="1956439" y="2702421"/>
            <a:ext cx="384172" cy="844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B2031DBF-56BF-4F2F-AC8A-6740CB0B22DA}"/>
              </a:ext>
            </a:extLst>
          </p:cNvPr>
          <p:cNvSpPr/>
          <p:nvPr/>
        </p:nvSpPr>
        <p:spPr>
          <a:xfrm>
            <a:off x="4113452" y="798481"/>
            <a:ext cx="908205" cy="958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8101284C-84B9-43D2-8396-48421753B4EB}"/>
              </a:ext>
            </a:extLst>
          </p:cNvPr>
          <p:cNvSpPr/>
          <p:nvPr/>
        </p:nvSpPr>
        <p:spPr>
          <a:xfrm>
            <a:off x="9778368" y="1014109"/>
            <a:ext cx="384172" cy="844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5D5E814B-90A0-40F5-9E57-0F4CECA967F0}"/>
              </a:ext>
            </a:extLst>
          </p:cNvPr>
          <p:cNvSpPr/>
          <p:nvPr/>
        </p:nvSpPr>
        <p:spPr>
          <a:xfrm>
            <a:off x="9827895" y="5227993"/>
            <a:ext cx="384172" cy="84446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A766DC61-4494-4FC8-ABDD-6C258ACFDF42}"/>
              </a:ext>
            </a:extLst>
          </p:cNvPr>
          <p:cNvSpPr/>
          <p:nvPr/>
        </p:nvSpPr>
        <p:spPr>
          <a:xfrm>
            <a:off x="9630409" y="3902726"/>
            <a:ext cx="510859" cy="505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92F44F8F-B9E0-4EB6-8DD7-5954F86B3896}"/>
              </a:ext>
            </a:extLst>
          </p:cNvPr>
          <p:cNvSpPr/>
          <p:nvPr/>
        </p:nvSpPr>
        <p:spPr>
          <a:xfrm>
            <a:off x="8369302" y="5321314"/>
            <a:ext cx="384172" cy="84446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5C825871-031A-4BBC-A15D-0320AB80D18B}"/>
              </a:ext>
            </a:extLst>
          </p:cNvPr>
          <p:cNvSpPr/>
          <p:nvPr/>
        </p:nvSpPr>
        <p:spPr>
          <a:xfrm rot="1947763">
            <a:off x="6740718" y="5195727"/>
            <a:ext cx="537147" cy="103829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BAEF7477-111F-4BF6-B516-C989B05E4FA9}"/>
              </a:ext>
            </a:extLst>
          </p:cNvPr>
          <p:cNvSpPr/>
          <p:nvPr/>
        </p:nvSpPr>
        <p:spPr>
          <a:xfrm rot="1947763">
            <a:off x="6736907" y="3784145"/>
            <a:ext cx="537147" cy="1038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6B476934-D7EF-4C95-96BE-153E34B8495C}"/>
              </a:ext>
            </a:extLst>
          </p:cNvPr>
          <p:cNvSpPr/>
          <p:nvPr/>
        </p:nvSpPr>
        <p:spPr>
          <a:xfrm rot="1947763">
            <a:off x="6688368" y="2585855"/>
            <a:ext cx="610662" cy="1013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43922ECB-AA3F-4ACE-ADF9-69F61A9E3EF3}"/>
              </a:ext>
            </a:extLst>
          </p:cNvPr>
          <p:cNvSpPr/>
          <p:nvPr/>
        </p:nvSpPr>
        <p:spPr>
          <a:xfrm rot="19842414">
            <a:off x="6712519" y="4191094"/>
            <a:ext cx="520197" cy="864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78E9753E-0B41-4A78-BAA7-2342F3B3C208}"/>
              </a:ext>
            </a:extLst>
          </p:cNvPr>
          <p:cNvSpPr/>
          <p:nvPr/>
        </p:nvSpPr>
        <p:spPr>
          <a:xfrm rot="19842414">
            <a:off x="6733600" y="5608398"/>
            <a:ext cx="520197" cy="86493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47D6C3B1-FBEB-42C2-9784-7790337B73E1}"/>
              </a:ext>
            </a:extLst>
          </p:cNvPr>
          <p:cNvSpPr/>
          <p:nvPr/>
        </p:nvSpPr>
        <p:spPr>
          <a:xfrm rot="19842414">
            <a:off x="6722044" y="3036959"/>
            <a:ext cx="520197" cy="864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7E444CDA-BD72-42E5-8DF3-D34689EA1BE2}"/>
              </a:ext>
            </a:extLst>
          </p:cNvPr>
          <p:cNvSpPr/>
          <p:nvPr/>
        </p:nvSpPr>
        <p:spPr>
          <a:xfrm rot="4536673">
            <a:off x="2867501" y="3266900"/>
            <a:ext cx="3394907" cy="92299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6A29AD66-96DC-446F-9F85-2BDDD3BEC9C0}"/>
              </a:ext>
            </a:extLst>
          </p:cNvPr>
          <p:cNvSpPr/>
          <p:nvPr/>
        </p:nvSpPr>
        <p:spPr>
          <a:xfrm rot="4072115">
            <a:off x="3380159" y="2381191"/>
            <a:ext cx="2455376" cy="1085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955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35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Data Architecture Approach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Architecture Approach</dc:title>
  <dc:creator>Geu</dc:creator>
  <cp:lastModifiedBy>Geu</cp:lastModifiedBy>
  <cp:revision>13</cp:revision>
  <dcterms:created xsi:type="dcterms:W3CDTF">2026-02-19T07:15:53Z</dcterms:created>
  <dcterms:modified xsi:type="dcterms:W3CDTF">2026-02-19T08:41:41Z</dcterms:modified>
</cp:coreProperties>
</file>